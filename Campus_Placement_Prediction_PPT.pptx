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9686d9a-c115-6e83-0da2-bd7c49c42338}">
          <p14:sldIdLst>
            <p14:sldId id="256"/>
          </p14:sldIdLst>
        </p14:section>
        <p14:section name="Review" id="{77d9be9d-c2b2-9744-b7b3-b29ce7b2d91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on" id="{7c56462e-e753-88ba-c3d2-98aaea76581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713232" cy="704088"/>
          </a:xfrm>
          <a:prstGeom prst="rect">
            <a:avLst/>
          </a:prstGeom>
        </p:spPr>
      </p:pic>
      <p:pic>
        <p:nvPicPr>
          <p:cNvPr id="3" name="Image 1" descr="/home/claude/work/kr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64592"/>
            <a:ext cx="713232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</a:rPr>
              <a:t>AGI1242 - Machine Learning  |  Campus Placement Prediction Using Machine Learning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713232" cy="704088"/>
          </a:xfrm>
          <a:prstGeom prst="rect">
            <a:avLst/>
          </a:prstGeom>
        </p:spPr>
      </p:pic>
      <p:pic>
        <p:nvPicPr>
          <p:cNvPr id="3" name="Image 1" descr="/home/claude/work/kr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64592"/>
            <a:ext cx="713232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4ftiCkXwZTuR1yWqZ6Nzbr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K.RAMAKRISHNAN COLLEGE OF TECHNOLOGY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(AUTONOMOUS), TRICHY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CAMPUS PLACEMENT PREDICTION USING MACHINE LEARNING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AGI1242 - MACHINE LEARNING  |  MINI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PRESENTED BY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[REGISTER NO.] - [TEAM MEMBER 1 NAME]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[REGISTER NO.] - [TEAM MEMBER 2 NAME]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[REGISTER NO.] - [TEAM MEMBER 3 NAME]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GUIDED BY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[FACULTY NAME, QUALIFICATION]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[DESIGNATION / DEPARTMENT]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Placement is uncertain: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students do not know early whether their profile is strong enough for campus drives.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Static cut-offs: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placement cells use fixed CGPA and backlog limits that ignore aptitude, coding and other skills.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Many factors, no clear picture: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marks, aptitude, coding, projects, internships and certificates all matter together.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Late guidance: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weak areas are found only after drives are over, so training is not targeted.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Manual analysis: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checking hundreds of student records by hand is slow and subjective.</a:t>
            </a:r>
            <a:endParaRPr lang="en-US" sz="1400" dirty="0"/>
          </a:p>
        </p:txBody>
      </p:sp>
      <p:sp>
        <p:nvSpPr>
          <p:cNvPr id="4" name="Problem statement card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chemeClr val="accent3"/>
                </a:solidFill>
              </a:rPr>
              <a:t>Predict whether a student will get placed or not, using academic performance, aptitude, coding skills and other placement-related factors, and find which of Logistic Regression, Decision Tree and Random Forest does it best.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 build a machine learning system that predicts the placement status of a student and compares three classification algorithms.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Collect and clean student data: CGPA, 10th / 12th %, backlogs, aptitude, coding, communication, projects, internships, certifications.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Train Logistic Regression, Decision Tree and Random Forest with tuned parameters.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Compare them using accuracy, precision, recall, F1-score and ROC-AUC on unseen data.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Find which factors influence placement the most.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Give a live demo where a student's details give a prediction and improvement hints.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566160"/>
                <a:gridCol w="237744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 done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 / gap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A. D. P. Kumar et al. Predicting Student Employability Using Machine Learning: A Comparative Study of Classification Algorithms. ICCSCE 2025.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Logistic Regression, Random Forest and XGBoost; accuracy 88.37%, 93.02% and 95.34%.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Needs a full stack (Flask, React, MongoDB); heavy for a college mini project.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A. Pathak, M. Matcha, M. Gopisetti, S. Joshi. A Machine Learning Framework for Predicting Student Placement Outcomes. Ing. des Systemes d'Information, 30(7), 2025.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Kaggle data of 2,966 students; seven models with GridSearchCV; voting classifier best (89.23%).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Features have no aptitude or coding scores.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M. Kumar, N. Walia, S. Bansal, G. Kumar, K. Cengiz. Predicting college students placements based on academic performance using ML approaches. IJMECS, 15(6), 2023.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Random Forest found best using academic factors.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Overfitting reported by Pathak et al.: 96% training vs 64.62% test accuracy.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C. K. Srinivas et al. Students placement prediction using machine learning. IJRASET, 8(5), 2020.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Logistic Regression on academic percentages and technical skills.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Single algorithm; no comparison with other models.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S. Byagar, R. Patil, J. Pawar. Maximizing campus placement through machine learning. J. Advanced Zoology, 45(S4), 2023.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SVM, Naive Bayes and Logistic Regression; communication and aptitude matter beyond marks.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 tree-based models compared.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Gap: few studies compare Logistic Regression, Decision Tree and Random Forest together on academic plus aptitude and coding features with a ready demo.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All reference links: </a:t>
            </a:r>
            <a:pPr indent="0" marL="0">
              <a:buNone/>
            </a:pPr>
            <a:r>
              <a:rPr lang="en-US" sz="1000" u="sng" dirty="0">
                <a:solidFill>
                  <a:srgbClr val="0000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https://claude.ai/artifact/4ftiCkXwZTuR1yWqZ6Nzbr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3" name="Left head"/>
          <p:cNvSpPr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 it works today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Placement cell shortlists by fixed CGPA and backlog cut-offs.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Staff study past records by hand or in spreadsheets.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Students get advice only from seniors or after drives.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Research models mostly use academic marks only.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Many studies test one algorithm or need a heavy web stack.</a:t>
            </a:r>
            <a:endParaRPr lang="en-US" sz="1400" dirty="0"/>
          </a:p>
        </p:txBody>
      </p:sp>
      <p:sp>
        <p:nvSpPr>
          <p:cNvPr id="6" name="Right head"/>
          <p:cNvSpPr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002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Static cut-offs ignore skills.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early warning for students.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Aptitude and coding scores not used.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fair comparison of algorithms.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Overfitting in single models.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simple demo for students.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01168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Student | Placement Officer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011680" cy="26974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182880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Technology Used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Python 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pandas, NumPy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scikit-learn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matplotlib, joblib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Eclipse + PyDev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417320"/>
            <a:ext cx="3657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0515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0515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Presentation Layer (Web demo - app.py)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Student form, prediction result, model comparison table and charts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78308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9659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9659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Prediction Layer (predict.py)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Input validation, probability from 3 models, majority vote, improvement hints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69748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0" y="28803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8803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Machine Learning Layer (models.py, evaluate.py, train.py)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Logistic Regression, Decision Tree, Random Forest, GridSearchCV, metrics and charts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61188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37947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37947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Data Layer (data_preparation.py)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placement_data.csv: cleaning, imputation, scaling, one-hot, 80/20 split; saved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Python machine learning pipeline that cleans student data, trains three algorithms, compares them and serves predictions in a browser demo.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Student data (CSV)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19072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83664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83664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Clean, impute, scale, encode, split 80/20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45536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10128" y="1600200"/>
            <a:ext cx="1261872" cy="868680"/>
          </a:xfrm>
          <a:prstGeom prst="rect">
            <a:avLst/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0128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Train 3 algorithms with GridSearchCV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36592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Evaluate on unseen test 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98464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3056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Predict one student + hints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24928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Browser demo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Algorithms compared</a:t>
            </a:r>
            <a:endParaRPr lang="en-US" sz="1400" dirty="0"/>
          </a:p>
        </p:txBody>
      </p:sp>
      <p:sp>
        <p:nvSpPr>
          <p:cNvPr id="22" name="Algorithm 1"/>
          <p:cNvSpPr/>
          <p:nvPr/>
        </p:nvSpPr>
        <p:spPr>
          <a:xfrm>
            <a:off x="548640" y="3063240"/>
            <a:ext cx="2606040" cy="1143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063240"/>
            <a:ext cx="2606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Logistic Regression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Linear baseline, gives probability</a:t>
            </a:r>
            <a:endParaRPr lang="en-US" sz="1400" dirty="0"/>
          </a:p>
        </p:txBody>
      </p:sp>
      <p:sp>
        <p:nvSpPr>
          <p:cNvPr id="24" name="Algorithm 2"/>
          <p:cNvSpPr/>
          <p:nvPr/>
        </p:nvSpPr>
        <p:spPr>
          <a:xfrm>
            <a:off x="3337560" y="3063240"/>
            <a:ext cx="2606040" cy="1143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3063240"/>
            <a:ext cx="2606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Tree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Easy to read if-then rules</a:t>
            </a:r>
            <a:endParaRPr lang="en-US" sz="1400" dirty="0"/>
          </a:p>
        </p:txBody>
      </p:sp>
      <p:sp>
        <p:nvSpPr>
          <p:cNvPr id="26" name="Algorithm 3"/>
          <p:cNvSpPr/>
          <p:nvPr/>
        </p:nvSpPr>
        <p:spPr>
          <a:xfrm>
            <a:off x="6126480" y="3063240"/>
            <a:ext cx="2606040" cy="1143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3063240"/>
            <a:ext cx="2606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Random Forest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200 trees, reduces overfitting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Data: 1,200 students, 10 numeric features + branch (synthetic dataset; real CSV can replace it).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MODULES</a:t>
            </a:r>
            <a:endParaRPr lang="en-US" sz="26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accent 1"/>
          <p:cNvSpPr/>
          <p:nvPr/>
        </p:nvSpPr>
        <p:spPr>
          <a:xfrm>
            <a:off x="457200" y="109728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Dataset and EDA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Student records, class balance, CGPA and internship trends</a:t>
            </a:r>
            <a:endParaRPr lang="en-US" sz="1100" dirty="0"/>
          </a:p>
        </p:txBody>
      </p:sp>
      <p:sp>
        <p:nvSpPr>
          <p:cNvPr id="8" name="Module card 2"/>
          <p:cNvSpPr/>
          <p:nvPr/>
        </p:nvSpPr>
        <p:spPr>
          <a:xfrm>
            <a:off x="3264408" y="109728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dule accent 2"/>
          <p:cNvSpPr/>
          <p:nvPr/>
        </p:nvSpPr>
        <p:spPr>
          <a:xfrm>
            <a:off x="3264408" y="109728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413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74136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Data Preparation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74136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Cleaning, imputation, scaling, one-hot encoding, split</a:t>
            </a:r>
            <a:endParaRPr lang="en-US" sz="1100" dirty="0"/>
          </a:p>
        </p:txBody>
      </p:sp>
      <p:sp>
        <p:nvSpPr>
          <p:cNvPr id="13" name="Module card 3"/>
          <p:cNvSpPr/>
          <p:nvPr/>
        </p:nvSpPr>
        <p:spPr>
          <a:xfrm>
            <a:off x="6071616" y="109728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ule accent 3"/>
          <p:cNvSpPr/>
          <p:nvPr/>
        </p:nvSpPr>
        <p:spPr>
          <a:xfrm>
            <a:off x="6071616" y="109728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81344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algorithms tuned with 5-fold GridSearchCV</a:t>
            </a:r>
            <a:endParaRPr lang="en-US" sz="1100" dirty="0"/>
          </a:p>
        </p:txBody>
      </p:sp>
      <p:sp>
        <p:nvSpPr>
          <p:cNvPr id="18" name="Module card 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ule accent 4"/>
          <p:cNvSpPr/>
          <p:nvPr/>
        </p:nvSpPr>
        <p:spPr>
          <a:xfrm>
            <a:off x="457200" y="288036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Evaluation and Comparison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Accuracy, precision, recall, F1, ROC-AUC, confusion matrix</a:t>
            </a:r>
            <a:endParaRPr lang="en-US" sz="1100" dirty="0"/>
          </a:p>
        </p:txBody>
      </p:sp>
      <p:sp>
        <p:nvSpPr>
          <p:cNvPr id="23" name="Module card 5"/>
          <p:cNvSpPr/>
          <p:nvPr/>
        </p:nvSpPr>
        <p:spPr>
          <a:xfrm>
            <a:off x="3264408" y="28803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ule accent 5"/>
          <p:cNvSpPr/>
          <p:nvPr/>
        </p:nvSpPr>
        <p:spPr>
          <a:xfrm>
            <a:off x="3264408" y="288036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74136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374136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Prediction and Hints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74136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Probability from 3 models, vote, areas to improve</a:t>
            </a:r>
            <a:endParaRPr lang="en-US" sz="1100" dirty="0"/>
          </a:p>
        </p:txBody>
      </p:sp>
      <p:sp>
        <p:nvSpPr>
          <p:cNvPr id="28" name="Module card 6"/>
          <p:cNvSpPr/>
          <p:nvPr/>
        </p:nvSpPr>
        <p:spPr>
          <a:xfrm>
            <a:off x="6071616" y="28803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odule accent 6"/>
          <p:cNvSpPr/>
          <p:nvPr/>
        </p:nvSpPr>
        <p:spPr>
          <a:xfrm>
            <a:off x="6071616" y="288036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81344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Web Demo Interface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81344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Browser form, results, comparison table and charts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DATA PREPARATION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Cleaning: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removes duplicate students and turns impossible values (such as CGPA above 10) into missing values.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Missing values: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numbers are filled with the median, branch with the most common value.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Scaling: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numeric features are standardised so that Logistic Regression learns fairly.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Encoding: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branch is converted to 0/1 columns with one-hot encoding.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Split: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80% training and 20% testing, keeping the same placed ratio (stratified).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Implemented in: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data_preparation.py: clean_data(), build_preprocessor(), get_splits()</a:t>
            </a:r>
            <a:endParaRPr lang="en-US" sz="1050" dirty="0"/>
          </a:p>
        </p:txBody>
      </p:sp>
      <p:sp>
        <p:nvSpPr>
          <p:cNvPr id="5" name="Code head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data_preparation.py - preprocessing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 = Pipeline([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("impute", SimpleImputer(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strategy="median")),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("scale", StandardScaler())])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 = Pipeline([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("impute", SimpleImputer(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strategy="most_frequent")),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("onehot", OneHotEncoder(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handle_unknown="ignore"))])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ColumnTransformer([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("num", numeric, NUMERIC_FEATURES),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("cat", categorical, CATEGORICAL)])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train_test_split(X, y, test_size=0.20,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stratify=y, random_state=42)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MODEL TRAINING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Three algorithms: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Regression, Decision Tree and Random Forest (200 trees).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One pipeline: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preprocessing and model are joined, so test data never leaks into training.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Tuning: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GridSearchCV with 5-fold cross-validation picks the best parameters by F1-score.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Saving: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each tuned model is saved with joblib and reused by the demo.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Implemented in: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models.py: candidate_models(), train_model(); train.py</a:t>
            </a:r>
            <a:endParaRPr lang="en-US" sz="1050" dirty="0"/>
          </a:p>
        </p:txBody>
      </p:sp>
      <p:sp>
        <p:nvSpPr>
          <p:cNvPr id="5" name="Code head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models.py - tuning with GridSearchCV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"Random Forest":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RandomForestClassifier(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n_estimators=200,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random_state=42, n_jobs=-1),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{"clf__max_depth": [5, 10, None],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"clf__min_samples_leaf": [1, 3, 5]})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("prep", build_preprocessor()),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("clf", estimator)])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= GridSearchCV(pipe, grid,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cv=5, scoring="f1", n_jobs=-1)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search.fit(X_train, y_train)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search.best_estimator_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PREDICTION AND WEB DEMO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Validation: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every field is checked for range, so wrong input shows a clear message.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Prediction: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all three models give placement probability; 0.5 or more means PLACED.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Majority vote: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shows how many of the 3 models predict placement.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Hints: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values below the median of placed students are listed as areas to improve.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Browser demo: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run app.py and a page opens; strong and weak sample profiles load in one click.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Implemented in: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predict.py: validate(), predict_student(); app.py</a:t>
            </a:r>
            <a:endParaRPr lang="en-US" sz="1050" dirty="0"/>
          </a:p>
        </p:txBody>
      </p:sp>
      <p:sp>
        <p:nvSpPr>
          <p:cNvPr id="5" name="Code head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predict.py - predict_student()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= pd.DataFrame([clean])[FEATURES]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model in load_models().items():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 = float(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model.predict_proba(row)[0, 1])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results[name]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"placed": prob &gt;= 0.5,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"probability": prob}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 = sum(r["placed"]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r in results.values())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{"results": results,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"votes": votes,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"hints": _hints(clean)}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1: TRAINING AND COMPARISON</a:t>
            </a:r>
            <a:endParaRPr lang="en-US" sz="2600" dirty="0"/>
          </a:p>
        </p:txBody>
      </p:sp>
      <p:pic>
        <p:nvPicPr>
          <p:cNvPr id="3" name="Image 0" descr="Console output of train.py: data cleaning, split and test-set results of the 3 algorith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937760" cy="2874874"/>
          </a:xfrm>
          <a:prstGeom prst="rect">
            <a:avLst/>
          </a:prstGeom>
        </p:spPr>
      </p:pic>
      <p:pic>
        <p:nvPicPr>
          <p:cNvPr id="4" name="Image 1" descr="Model comparison chart: Logistic Regression is best on the test set, Random Forest in cross-valid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3383280" cy="164357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406359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Console output of train.py: data cleaning, split and test-set results of the 3 algorithms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394960" y="406359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Model comparison chart: Logistic Regression is best on the test set, Random Forest in cross-validation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2: LIVE PREDICTION DEMO</a:t>
            </a:r>
            <a:endParaRPr lang="en-US" sz="2600" dirty="0"/>
          </a:p>
        </p:txBody>
      </p:sp>
      <p:pic>
        <p:nvPicPr>
          <p:cNvPr id="3" name="Image 0" descr="Strong profile (CGPA 8.6, coding 85): all 3 models predict PLAC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114800" cy="1910443"/>
          </a:xfrm>
          <a:prstGeom prst="rect">
            <a:avLst/>
          </a:prstGeom>
        </p:spPr>
      </p:pic>
      <p:pic>
        <p:nvPicPr>
          <p:cNvPr id="4" name="Image 1" descr="Weak profile (CGPA 5.9, 3 backlogs): NOT PLACED, with where to impr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114800" cy="279218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98090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Strong profile (CGPA 8.6, coding 85): all 3 models predict PLACED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98090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Weak profile (CGPA 5.9, 3 backlogs): NOT PLACED, with where to improve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ENHANCEMENT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system predicts campus placement from academic, aptitude and coding factors and compares three algorithms on unseen data. On our 1,200-student dataset Logistic Regression scored best on the test set (accuracy 80.0%, F1 0.833) and Random Forest was best in cross-validation (F1 0.826); CGPA, coding score, aptitude score and backlogs were the strongest factors. The browser demo gives instant predictions with improvement hints.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90672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Train on the real placement records of the college for better accuracy.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Add XGBoost, SVM and a voting ensemble; explain predictions with SHAP.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Predict company-wise placement and expected salary range.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Host the demo online for students with a login.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Queries?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CT ML Project Review">
  <a:themeElements>
    <a:clrScheme name="KRCT ML Project Review">
      <a:dk1>
        <a:srgbClr val="000000"/>
      </a:dk1>
      <a:lt1>
        <a:srgbClr val="FFFFFF"/>
      </a:lt1>
      <a:dk2>
        <a:srgbClr val="333333"/>
      </a:dk2>
      <a:lt2>
        <a:srgbClr val="F2F5FA"/>
      </a:lt2>
      <a:accent1>
        <a:srgbClr val="FF0066"/>
      </a:accent1>
      <a:accent2>
        <a:srgbClr val="0000FF"/>
      </a:accent2>
      <a:accent3>
        <a:srgbClr val="1B2A57"/>
      </a:accent3>
      <a:accent4>
        <a:srgbClr val="0E8C85"/>
      </a:accent4>
      <a:accent5>
        <a:srgbClr val="E08A00"/>
      </a:accent5>
      <a:accent6>
        <a:srgbClr val="C62F4B"/>
      </a:accent6>
      <a:hlink>
        <a:srgbClr val="0000FF"/>
      </a:hlink>
      <a:folHlink>
        <a:srgbClr val="800080"/>
      </a:folHlink>
    </a:clrScheme>
    <a:fontScheme name="KRCT ML Project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Placement Prediction Using Machine Learning</dc:title>
  <dc:subject>PptxGenJS Presentation</dc:subject>
  <dc:creator>PptxGenJS</dc:creator>
  <cp:lastModifiedBy>PptxGenJS</cp:lastModifiedBy>
  <cp:revision>1</cp:revision>
  <dcterms:created xsi:type="dcterms:W3CDTF">2026-10-09T10:38:24Z</dcterms:created>
  <dcterms:modified xsi:type="dcterms:W3CDTF">2026-10-09T10:38:24Z</dcterms:modified>
</cp:coreProperties>
</file>